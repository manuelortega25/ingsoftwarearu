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11680" y="1645920"/>
            <a:ext cx="256032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t>CHIHUAHUA • SISTEMA SOLIDARIO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286000"/>
            <a:ext cx="8138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Sistema Web de Donaciones</a:t>
            </a:r>
          </a:p>
          <a:p>
            <a:pPr>
              <a:spcBef>
                <a:spcPts val="800"/>
              </a:spcBef>
              <a:defRPr sz="1700">
                <a:solidFill>
                  <a:srgbClr val="64748B"/>
                </a:solidFill>
                <a:latin typeface="Arial"/>
              </a:defRPr>
            </a:pPr>
            <a:r>
              <a:t>Administración y Distribución de Ropa y Juguetes para Casas Hogar y DIF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Mapa geolocalizado en tiempo real, semáforo de prioridad, control de calidad y pipeline automatizado.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57200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t>Autor: Manuel Ortega   |   Materia: Ingeniería de Software   |   Universidad Tecmilenio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1. CONTEXTO Y MISIÓN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Problemática y Objetivo del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Arial"/>
              </a:defRPr>
            </a:pPr>
            <a:r>
              <a:t>La Situación Actual en Chihuahua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Casas hogar y centros del DIF acogen a niñas, niños y adolescentes en situación vulnerable.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Los recursos son limitados y las donaciones suelen ser desordenadas o concentrarse en un solo lugar.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Falta de visibilidad sobre qué instituciones requieren apoyo con urgencia crítica.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Inexistencia de un control de calidad organizado para prendas (talla y estado) antes de entregarse.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Arial"/>
              </a:defRPr>
            </a:pPr>
            <a:r>
              <a:t>Nuestra Solución Tecnológica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Plataforma web centralizada para coordinar recepciones y entregas de ropa y juguetes.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Mapa interactivo con semáforo inteligente de 3 colores según el nivel de urgencia de cada centro.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Módulo de control de calidad para tallas, clasificación de bienes e inspección de estado.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Canal directo mediante API de WhatsApp para enlazar donantes con encargados de instituciones.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2. SEGURIDAD Y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Autenticación Segura con JWT y Control de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Arquitectura Monolítica y Protección de Sesiones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Diseño Monolítico: Backend en Node.js y Express con frontend ligero e interactivo.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Tokens JWT: Sesiones protegidas mediante firmas criptográficas y encriptación de contraseñas con bcrypt.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Rol Administrador: Acceso total al inventario, aprobación de calidad y actualización del semáforo en el mapa.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Rol Usuario / Donante: Registro voluntario de donaciones, historial de apoyo y visualización pública de necesidades.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Protección de Endpoints: Middleware que intercepta peticiones no autorizadas con error 401 y 403.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07265844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74519"/>
            <a:ext cx="4480560" cy="22971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6235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Arial"/>
              </a:defRPr>
            </a:pPr>
            <a:r>
              <a:t>Ventana de autenticación y asignación de roles mediante JWT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3. MÓDULO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Mapa de Prioridad y Gestión de Donaciones en Vivo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17907265588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754880" cy="23820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406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Mapa interactivo de Chihuahua con marcadores Esri y semáforo</a:t>
            </a:r>
          </a:p>
          <a:p>
            <a:pPr algn="ctr">
              <a:defRPr sz="900">
                <a:solidFill>
                  <a:srgbClr val="0284C7"/>
                </a:solidFill>
                <a:latin typeface="Arial"/>
              </a:defRPr>
            </a:pPr>
            <a:r>
              <a:t>Verde: Abastecido   |   Amarillo: Moderado   |   Rojo: Urgente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dia_17907265738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0"/>
            <a:ext cx="4754880" cy="2312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4406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Registro de Donaciones e Inventario con Control de Calidad</a:t>
            </a:r>
          </a:p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Control estricto de tallas, estado de prendas y canal de WhatsApp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4. CALIDAD Y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Aseguramiento de Calidad y Pruebas de Seguridad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1790727000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3108960" cy="15696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3749039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  <a:latin typeface="Arial"/>
              </a:defRPr>
            </a:pPr>
            <a:r>
              <a:t>Pruebas Unitarias (Jest)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30 de 30 pruebas aprobadas (100%).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94% Cobertura de Sentencias.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85.8% Cobertura de Ramas Lógicas.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Supera el umbral mínimo del 80%.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dia_17907270153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108960" cy="15484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3749039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Seguridad (OWASP ZAP)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0 Vulnerabilidades Críticas.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Alerta XSS mitigada con sanitización.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Cabeceras HTTP con Helmet implementadas.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100% de alertas resueltas.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dia_17907270295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828800"/>
            <a:ext cx="3108960" cy="15514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75320" y="3749039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Calidad (SonarQube)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Quality Gate: PASSED.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Deuda técnica baja: 1h 15m.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11 Code smells menores corregidos.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Calificación A en Mantenibilidad.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5. DEVOPS Y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Pipeline de CI/CD y Despliegue en la Nube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9377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Automatización con GitHub Actions y Vercel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Integración Continua: Cada push a la rama main dispara el pipeline para instalar dependencias y validar pruebas.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Bloqueo Preventivo: Si la cobertura es menor al 80% o una prueba falla, el pipeline detiene el despliegue.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Despliegue Continuo en Vercel: Al pasar las pruebas, la aplicación se publica automáticamente en producción.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Servidor Público Activo: Conectado y corriendo en https://ingsoftware-aru.vercel.app.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5394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07265953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029200" cy="249986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035040" y="3977639"/>
            <a:ext cx="5394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a_17907270431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114800"/>
            <a:ext cx="50292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6. CIERRE Y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Lecciones Aprendidas y Plan de Mejora Continua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Lecciones del Desarrollo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Definición de modelos de datos: Clarificar campos de inventario (tallas y categorías) desde el inicio evita refactorizaciones.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Dependencia de APIs externas: Tramitar credenciales y verificar cuotas con anticipación para prevenir bloqueos de servicios.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Beneficio de CI/CD: Automatizar pruebas con Jest en GitHub Actions redujo errores antes de llegar al entorno en vivo.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Metodología en Cascada: Brindó excelente orden documental, pero requirió disciplina estricta en cada fase.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  <a:latin typeface="Arial"/>
              </a:defRPr>
            </a:pPr>
            <a:r>
              <a:t>Plan de Mejora Continua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Inteligencia Artificial Predictiva: Modelo para anticipar qué meses habrá mayor demanda de ropa de frío o juguetes.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Aplicación Móvil Institucional: App para encargados de casas hogar con actualización de necesidades mediante fotos.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Automatización de Agradecimientos: Notificaciones directas por WhatsApp al donante al entregarse su bien a un menor.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Auditorías Recurrentes: Escaneos mensuales de seguridad con OWASP ZAP y control continuo de deuda técnica.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853409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¡Muchas Gracias!</a:t>
            </a:r>
          </a:p>
          <a:p>
            <a:pPr>
              <a:spcBef>
                <a:spcPts val="8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El sistema se encuentra 100% funcional y desplegado en producción.</a:t>
            </a:r>
          </a:p>
          <a:p>
            <a:pPr>
              <a:spcBef>
                <a:spcPts val="2000"/>
              </a:spcBef>
              <a:defRPr sz="1400" b="1">
                <a:solidFill>
                  <a:srgbClr val="0284C7"/>
                </a:solidFill>
                <a:latin typeface="Arial"/>
              </a:defRPr>
            </a:pPr>
            <a:r>
              <a:t>Enlaces del Proyecto: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🌐 Aplicación en Producción: https://ingsoftware-aru.vercel.app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💻 Repositorio Git en GitHub: https://github.com/ManuelOrtega25/ingsoftwareARU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📄 Entregables y Reportes: Incluidos en el repositorio y paquete ZIP oficial.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